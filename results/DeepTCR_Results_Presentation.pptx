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DeepTCR for Immunotherapy Response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100-Fold Monte Carlo Cross-Validation Analysis</a:t>
            </a:r>
            <a:br/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Immunotherapy revolutionizes cancer treatment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Challenge: Only 20-40% of patients respond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Hypothesis: TCR repertoire predicts response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Objective: Develop predictive model using DeepTCR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Application: Basal Cell Carcinoma (BCC) patients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Patient Cohort: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153 total patients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77 responders (50.3%)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76 non-responders (49.7%)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Treatment: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Anti-PD-1 or Anti-CTLA-4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Checkpoint blockade therapy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TCR Sequences: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239,634 total sequences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TRB chain only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1,786 - 12,272 per patient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Features: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CDR3 amino acid sequence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V and J gene usage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DeepTCR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Multiple Instance Learning (MIL) approach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CNN-based sequence embedding (128-dim)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Attention mechanism (64 concepts)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Identifies predictive sequences within repertoire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Weighted aggregation patient representation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Binary classification: Responder vs Non-Responder</a:t>
            </a:r>
          </a:p>
        </p:txBody>
      </p:sp>
      <p:pic>
        <p:nvPicPr>
          <p:cNvPr id="5" name="Picture 4" descr="figure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28596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Monte Carlo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100-fold Monte Carlo Cross-Validation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Each fold: 75% train, 25% test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Random patient-level splits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Prevents overfitting to specific splits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Robust performance estimation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Training time: ~35 minutes (H100 GPU)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Model Performance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Mean AUC: 0.754 +/- 0.035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95% Confidence Interval: [0.747, 0.761]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AUC Range: 0.758 - 0.788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Consistent performance across 100 folds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Significantly better than random (0.5)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Good discriminative ability for clinical use</a:t>
            </a:r>
          </a:p>
        </p:txBody>
      </p:sp>
      <p:pic>
        <p:nvPicPr>
          <p:cNvPr id="5" name="Picture 4" descr="figure4_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24588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Attention Weight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Attention identifies predictive sequences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~1% of sequences receive high attention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Sparse attention pattern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Consistent across responders/non-responders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Enables biological interpretation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Identifies tumor-reactive clonotypes</a:t>
            </a:r>
          </a:p>
        </p:txBody>
      </p:sp>
      <p:pic>
        <p:nvPicPr>
          <p:cNvPr id="5" name="Picture 4" descr="figure_attentio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23997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Responder vs Non-Responder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Statistical comparison of TCR features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V-gene usage patterns differ between groups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J-gene usage shows distinct signatures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CDR3 length distributions similar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Attention weight distributions comparable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Multiple instance approach captures differences</a:t>
            </a:r>
          </a:p>
        </p:txBody>
      </p:sp>
      <p:pic>
        <p:nvPicPr>
          <p:cNvPr id="5" name="Picture 4" descr="figure_respond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4903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Top Predictive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Top 100 highest-attention sequences identified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V-gene enrichment in predictive sequences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J-gene preferences for high attention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Sequences associated with tumor recognition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Potential biomarkers for response prediction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Foundation for mechanistic studies</a:t>
            </a:r>
          </a:p>
        </p:txBody>
      </p:sp>
      <p:pic>
        <p:nvPicPr>
          <p:cNvPr id="5" name="Picture 4" descr="figure_top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47583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V/J Gene Enrichment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V-gene enrichment in high-attention sequences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TRBV20-1 and TRBV7-9 show enrichment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J-gene usage patterns identified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TRBJ2-7 enriched in predictive sequences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Gene usage informs biological mechanisms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Consistent with tumor-reactive TCR literature</a:t>
            </a:r>
          </a:p>
        </p:txBody>
      </p:sp>
      <p:pic>
        <p:nvPicPr>
          <p:cNvPr id="5" name="Picture 4" descr="figure7_gene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29936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Sequence Characteristics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CDR3 length: ~14.5 amino acids (mean)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Amino acid composition analysis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Position-specific preferences identified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Hydrophobic/polar balance important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Structural features of predictive sequences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Insights for rational design</a:t>
            </a:r>
          </a:p>
        </p:txBody>
      </p:sp>
      <p:pic>
        <p:nvPicPr>
          <p:cNvPr id="5" name="Picture 4" descr="figure_sequence_character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50151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Findings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Model Performance: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AUC = 0.754 +/- 0.035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Robust across 100 folds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Good clinical utility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Technical Achievements: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19.2x GPU optimization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35-min training time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Reproducible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Biological Insights: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Attention identifies predictive TCRs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V/J gene enrichment patterns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Sequence characteristics defined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Clinical Implications: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Pre-treatment prediction possible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Patient stratification enabled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Biomarker candidates identified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Conclusions &amp;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DeepTCR successfully predicts immunotherapy response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Attention mechanism provides interpretability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TCR repertoire contains predictive information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Future work: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   Validation in independent cohorts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   Integration with other biomarkers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   Prospective clinical study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   Mechanistic characterization of top sequences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Questions?</a:t>
            </a:r>
            <a:br/>
            <a:br/>
            <a:r>
              <a:t>Generated with DeepTCR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